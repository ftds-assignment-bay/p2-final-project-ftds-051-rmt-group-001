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68" r:id="rId2"/>
  </p:sldIdLst>
  <p:sldSz cx="18288000" cy="10287000"/>
  <p:notesSz cx="6858000" cy="9144000"/>
  <p:embeddedFontLs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Consolas" panose="020B0609020204030204" pitchFamily="49" charset="0"/>
      <p:regular r:id="rId8"/>
      <p:bold r:id="rId9"/>
      <p:italic r:id="rId10"/>
      <p:boldItalic r:id="rId11"/>
    </p:embeddedFont>
    <p:embeddedFont>
      <p:font typeface="Poppins" panose="00000500000000000000" pitchFamily="2" charset="0"/>
      <p:regular r:id="rId12"/>
      <p:bold r:id="rId13"/>
      <p:italic r:id="rId14"/>
      <p:boldItalic r:id="rId15"/>
    </p:embeddedFont>
    <p:embeddedFont>
      <p:font typeface="Times New Roman MT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62022BC-91C7-40F5-B146-A0DCB564419E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B9F4"/>
    <a:srgbClr val="F480EC"/>
    <a:srgbClr val="FDD9A5"/>
    <a:srgbClr val="EFBF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79298" autoAdjust="0"/>
  </p:normalViewPr>
  <p:slideViewPr>
    <p:cSldViewPr>
      <p:cViewPr>
        <p:scale>
          <a:sx n="50" d="100"/>
          <a:sy n="50" d="100"/>
        </p:scale>
        <p:origin x="1914" y="3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10" Type="http://schemas.openxmlformats.org/officeDocument/2006/relationships/font" Target="fonts/font7.fntdata"/><Relationship Id="rId19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B1D7A8-EFEB-4561-8C53-EFC77C59AFF1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13D6E5-E473-46C5-9A3F-331618259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983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3D6E5-E473-46C5-9A3F-3316182593F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342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3">
            <a:extLst>
              <a:ext uri="{FF2B5EF4-FFF2-40B4-BE49-F238E27FC236}">
                <a16:creationId xmlns:a16="http://schemas.microsoft.com/office/drawing/2014/main" id="{785462CC-27B2-4316-8CE2-2D861A8029A7}"/>
              </a:ext>
            </a:extLst>
          </p:cNvPr>
          <p:cNvSpPr txBox="1"/>
          <p:nvPr/>
        </p:nvSpPr>
        <p:spPr>
          <a:xfrm>
            <a:off x="902033" y="273553"/>
            <a:ext cx="5748880" cy="11507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79"/>
              </a:lnSpc>
            </a:pPr>
            <a:r>
              <a:rPr lang="en-US" sz="6000" b="1" dirty="0">
                <a:solidFill>
                  <a:srgbClr val="0B29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DE Diagram</a:t>
            </a:r>
          </a:p>
        </p:txBody>
      </p:sp>
      <p:sp>
        <p:nvSpPr>
          <p:cNvPr id="6" name="Flowchart: Data 5">
            <a:extLst>
              <a:ext uri="{FF2B5EF4-FFF2-40B4-BE49-F238E27FC236}">
                <a16:creationId xmlns:a16="http://schemas.microsoft.com/office/drawing/2014/main" id="{4F4E9B0D-9FD3-494D-8536-FFA5F4AD786A}"/>
              </a:ext>
            </a:extLst>
          </p:cNvPr>
          <p:cNvSpPr/>
          <p:nvPr/>
        </p:nvSpPr>
        <p:spPr>
          <a:xfrm>
            <a:off x="2771593" y="1827299"/>
            <a:ext cx="4010207" cy="914400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Raw Data</a:t>
            </a:r>
          </a:p>
        </p:txBody>
      </p:sp>
      <p:sp>
        <p:nvSpPr>
          <p:cNvPr id="7" name="Flowchart: Magnetic Disk 6">
            <a:extLst>
              <a:ext uri="{FF2B5EF4-FFF2-40B4-BE49-F238E27FC236}">
                <a16:creationId xmlns:a16="http://schemas.microsoft.com/office/drawing/2014/main" id="{DD31A06A-0DBF-4BF9-953C-6BC27BAA1B31}"/>
              </a:ext>
            </a:extLst>
          </p:cNvPr>
          <p:cNvSpPr/>
          <p:nvPr/>
        </p:nvSpPr>
        <p:spPr>
          <a:xfrm>
            <a:off x="3097906" y="3243086"/>
            <a:ext cx="3048000" cy="1289313"/>
          </a:xfrm>
          <a:prstGeom prst="flowChartMagneticDisk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Data Source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AF1FE9A-41E0-4D32-A368-4990CF2C3E1D}"/>
              </a:ext>
            </a:extLst>
          </p:cNvPr>
          <p:cNvSpPr/>
          <p:nvPr/>
        </p:nvSpPr>
        <p:spPr>
          <a:xfrm>
            <a:off x="2438400" y="4914900"/>
            <a:ext cx="13868400" cy="24409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8604604-4194-4EBA-A15E-92C6577B2B0A}"/>
              </a:ext>
            </a:extLst>
          </p:cNvPr>
          <p:cNvSpPr/>
          <p:nvPr/>
        </p:nvSpPr>
        <p:spPr>
          <a:xfrm>
            <a:off x="3021706" y="5295900"/>
            <a:ext cx="3200400" cy="16002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Fetch from Data Source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EC58D80-CCF9-49E4-AC23-66F6BDC731DE}"/>
              </a:ext>
            </a:extLst>
          </p:cNvPr>
          <p:cNvSpPr/>
          <p:nvPr/>
        </p:nvSpPr>
        <p:spPr>
          <a:xfrm>
            <a:off x="7848600" y="5295331"/>
            <a:ext cx="3200400" cy="16002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Data Cleaning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BDC0B87-204C-4383-A3DF-AD9299CB4431}"/>
              </a:ext>
            </a:extLst>
          </p:cNvPr>
          <p:cNvSpPr/>
          <p:nvPr/>
        </p:nvSpPr>
        <p:spPr>
          <a:xfrm>
            <a:off x="12675494" y="5295331"/>
            <a:ext cx="3200400" cy="16002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Post to Data Mart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75895D8-DA23-4711-893D-82540EA717F5}"/>
              </a:ext>
            </a:extLst>
          </p:cNvPr>
          <p:cNvSpPr/>
          <p:nvPr/>
        </p:nvSpPr>
        <p:spPr>
          <a:xfrm>
            <a:off x="7848600" y="8343900"/>
            <a:ext cx="3200400" cy="160020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Data Validation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F96E4FE-2C2F-455F-9F64-15F2F0338816}"/>
              </a:ext>
            </a:extLst>
          </p:cNvPr>
          <p:cNvSpPr/>
          <p:nvPr/>
        </p:nvSpPr>
        <p:spPr>
          <a:xfrm>
            <a:off x="12675494" y="1156315"/>
            <a:ext cx="3200400" cy="1600200"/>
          </a:xfrm>
          <a:prstGeom prst="roundRect">
            <a:avLst/>
          </a:prstGeom>
          <a:solidFill>
            <a:srgbClr val="F9B9F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Data Monitoring Visualization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E7A3AD9-91CE-42B9-94AE-63BC58CA5E43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4621906" y="2741699"/>
            <a:ext cx="0" cy="501387"/>
          </a:xfrm>
          <a:prstGeom prst="straightConnector1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33DBBEB-DF9E-4C7D-9E56-8A70F04D7246}"/>
              </a:ext>
            </a:extLst>
          </p:cNvPr>
          <p:cNvCxnSpPr>
            <a:stCxn id="7" idx="3"/>
            <a:endCxn id="8" idx="0"/>
          </p:cNvCxnSpPr>
          <p:nvPr/>
        </p:nvCxnSpPr>
        <p:spPr>
          <a:xfrm>
            <a:off x="4621906" y="4532399"/>
            <a:ext cx="0" cy="763501"/>
          </a:xfrm>
          <a:prstGeom prst="straightConnector1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1B65E32-C810-4DA0-B0C2-BF66A1BD91B3}"/>
              </a:ext>
            </a:extLst>
          </p:cNvPr>
          <p:cNvCxnSpPr>
            <a:stCxn id="8" idx="3"/>
            <a:endCxn id="18" idx="1"/>
          </p:cNvCxnSpPr>
          <p:nvPr/>
        </p:nvCxnSpPr>
        <p:spPr>
          <a:xfrm flipV="1">
            <a:off x="6222106" y="6095431"/>
            <a:ext cx="1626494" cy="569"/>
          </a:xfrm>
          <a:prstGeom prst="straightConnector1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57038C8-B471-46C9-827A-0CBC8D1363BA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>
            <a:off x="11049000" y="6095431"/>
            <a:ext cx="1626494" cy="0"/>
          </a:xfrm>
          <a:prstGeom prst="straightConnector1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0343956-5124-4C5B-8B2D-B1680DCCCC88}"/>
              </a:ext>
            </a:extLst>
          </p:cNvPr>
          <p:cNvCxnSpPr>
            <a:stCxn id="18" idx="2"/>
            <a:endCxn id="20" idx="0"/>
          </p:cNvCxnSpPr>
          <p:nvPr/>
        </p:nvCxnSpPr>
        <p:spPr>
          <a:xfrm>
            <a:off x="9448800" y="6895531"/>
            <a:ext cx="0" cy="1448369"/>
          </a:xfrm>
          <a:prstGeom prst="straightConnector1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6B72199-EB6A-4114-8F45-7AFA6B932BFC}"/>
              </a:ext>
            </a:extLst>
          </p:cNvPr>
          <p:cNvCxnSpPr>
            <a:cxnSpLocks/>
            <a:stCxn id="19" idx="0"/>
            <a:endCxn id="39" idx="3"/>
          </p:cNvCxnSpPr>
          <p:nvPr/>
        </p:nvCxnSpPr>
        <p:spPr>
          <a:xfrm flipV="1">
            <a:off x="14275694" y="4571468"/>
            <a:ext cx="0" cy="723863"/>
          </a:xfrm>
          <a:prstGeom prst="straightConnector1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14">
            <a:extLst>
              <a:ext uri="{FF2B5EF4-FFF2-40B4-BE49-F238E27FC236}">
                <a16:creationId xmlns:a16="http://schemas.microsoft.com/office/drawing/2014/main" id="{DD3D737E-D91C-404D-9F64-F2F3784DE212}"/>
              </a:ext>
            </a:extLst>
          </p:cNvPr>
          <p:cNvSpPr txBox="1"/>
          <p:nvPr/>
        </p:nvSpPr>
        <p:spPr>
          <a:xfrm>
            <a:off x="7223717" y="4307448"/>
            <a:ext cx="4053883" cy="5333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 algn="l">
              <a:lnSpc>
                <a:spcPts val="4480"/>
              </a:lnSpc>
              <a:buFont typeface="+mj-lt"/>
              <a:buAutoNum type="arabicPeriod"/>
            </a:pPr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DAG with </a:t>
            </a:r>
            <a:r>
              <a:rPr lang="en-US" sz="28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Airflow</a:t>
            </a:r>
            <a:endParaRPr lang="en-US" sz="28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" name="TextBox 14">
            <a:extLst>
              <a:ext uri="{FF2B5EF4-FFF2-40B4-BE49-F238E27FC236}">
                <a16:creationId xmlns:a16="http://schemas.microsoft.com/office/drawing/2014/main" id="{6D60DD6D-A9BA-4F07-BE8A-05A9374F3E01}"/>
              </a:ext>
            </a:extLst>
          </p:cNvPr>
          <p:cNvSpPr txBox="1"/>
          <p:nvPr/>
        </p:nvSpPr>
        <p:spPr>
          <a:xfrm>
            <a:off x="11277600" y="8877324"/>
            <a:ext cx="4053883" cy="5333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 algn="l">
              <a:lnSpc>
                <a:spcPts val="4480"/>
              </a:lnSpc>
              <a:buFont typeface="+mj-lt"/>
              <a:buAutoNum type="arabicPeriod" startAt="2"/>
            </a:pPr>
            <a:r>
              <a:rPr lang="en-US" sz="28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Great Expectation</a:t>
            </a:r>
          </a:p>
        </p:txBody>
      </p:sp>
      <p:sp>
        <p:nvSpPr>
          <p:cNvPr id="38" name="TextBox 14">
            <a:extLst>
              <a:ext uri="{FF2B5EF4-FFF2-40B4-BE49-F238E27FC236}">
                <a16:creationId xmlns:a16="http://schemas.microsoft.com/office/drawing/2014/main" id="{3C72DC9D-7AC4-45DE-ADB6-B5FCA14AC9F5}"/>
              </a:ext>
            </a:extLst>
          </p:cNvPr>
          <p:cNvSpPr txBox="1"/>
          <p:nvPr/>
        </p:nvSpPr>
        <p:spPr>
          <a:xfrm>
            <a:off x="14234117" y="451248"/>
            <a:ext cx="4053883" cy="5333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 algn="l">
              <a:lnSpc>
                <a:spcPts val="4480"/>
              </a:lnSpc>
              <a:buFont typeface="+mj-lt"/>
              <a:buAutoNum type="arabicPeriod" startAt="3"/>
            </a:pPr>
            <a:r>
              <a:rPr lang="en-US" sz="2800" b="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Streamlit</a:t>
            </a:r>
            <a:endParaRPr lang="en-US" sz="2800" b="1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" name="Flowchart: Magnetic Disk 38">
            <a:extLst>
              <a:ext uri="{FF2B5EF4-FFF2-40B4-BE49-F238E27FC236}">
                <a16:creationId xmlns:a16="http://schemas.microsoft.com/office/drawing/2014/main" id="{FA2FA97A-7D6F-4298-8529-F14B52862BD8}"/>
              </a:ext>
            </a:extLst>
          </p:cNvPr>
          <p:cNvSpPr/>
          <p:nvPr/>
        </p:nvSpPr>
        <p:spPr>
          <a:xfrm>
            <a:off x="12751694" y="3282155"/>
            <a:ext cx="3048000" cy="1289313"/>
          </a:xfrm>
          <a:prstGeom prst="flowChartMagneticDisk">
            <a:avLst/>
          </a:prstGeom>
          <a:solidFill>
            <a:srgbClr val="F9B9F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Data Mart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3522D26-8A1A-4D3D-BF83-D0F9AE857E6B}"/>
              </a:ext>
            </a:extLst>
          </p:cNvPr>
          <p:cNvCxnSpPr>
            <a:cxnSpLocks/>
            <a:stCxn id="39" idx="1"/>
            <a:endCxn id="21" idx="2"/>
          </p:cNvCxnSpPr>
          <p:nvPr/>
        </p:nvCxnSpPr>
        <p:spPr>
          <a:xfrm flipV="1">
            <a:off x="14275694" y="2756515"/>
            <a:ext cx="0" cy="525640"/>
          </a:xfrm>
          <a:prstGeom prst="straightConnector1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3881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30</Words>
  <Application>Microsoft Office PowerPoint</Application>
  <PresentationFormat>Custom</PresentationFormat>
  <Paragraphs>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Times New Roman MT Bold</vt:lpstr>
      <vt:lpstr>Poppins</vt:lpstr>
      <vt:lpstr>Consolas</vt:lpstr>
      <vt:lpstr>Calibri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Biru Profesional Presentasi Pengenalan UMKM</dc:title>
  <dc:creator>namor</dc:creator>
  <cp:lastModifiedBy>Fernando Namora</cp:lastModifiedBy>
  <cp:revision>41</cp:revision>
  <dcterms:created xsi:type="dcterms:W3CDTF">2006-08-16T00:00:00Z</dcterms:created>
  <dcterms:modified xsi:type="dcterms:W3CDTF">2026-03-03T14:36:21Z</dcterms:modified>
  <dc:identifier>DAHCJYRm1d8</dc:identifier>
</cp:coreProperties>
</file>